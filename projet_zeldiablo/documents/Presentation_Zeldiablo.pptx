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jyqa+aA2R5xY9T6/Gjzfb/oYpB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825dca38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825dca385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825dca385_2_10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825dca385_2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825dca385_2_1060"/>
          <p:cNvSpPr/>
          <p:nvPr/>
        </p:nvSpPr>
        <p:spPr>
          <a:xfrm rot="5400000">
            <a:off x="7226400" y="274573"/>
            <a:ext cx="21915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e825dca385_2_1060"/>
          <p:cNvGrpSpPr/>
          <p:nvPr/>
        </p:nvGrpSpPr>
        <p:grpSpPr>
          <a:xfrm>
            <a:off x="0" y="654"/>
            <a:ext cx="5153705" cy="6845694"/>
            <a:chOff x="0" y="75"/>
            <a:chExt cx="5153705" cy="5152950"/>
          </a:xfrm>
        </p:grpSpPr>
        <p:sp>
          <p:nvSpPr>
            <p:cNvPr id="12" name="Google Shape;12;g3e825dca385_2_1060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e825dca385_2_1060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e825dca385_2_1060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e825dca385_2_1060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g3e825dca385_2_1060"/>
          <p:cNvSpPr txBox="1"/>
          <p:nvPr>
            <p:ph type="ctrTitle"/>
          </p:nvPr>
        </p:nvSpPr>
        <p:spPr>
          <a:xfrm>
            <a:off x="3537150" y="2104533"/>
            <a:ext cx="5017500" cy="21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g3e825dca385_2_1060"/>
          <p:cNvSpPr txBox="1"/>
          <p:nvPr>
            <p:ph idx="1" type="subTitle"/>
          </p:nvPr>
        </p:nvSpPr>
        <p:spPr>
          <a:xfrm>
            <a:off x="5083950" y="5233233"/>
            <a:ext cx="34707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g3e825dca385_2_106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e825dca385_2_1070"/>
          <p:cNvGrpSpPr/>
          <p:nvPr/>
        </p:nvGrpSpPr>
        <p:grpSpPr>
          <a:xfrm>
            <a:off x="4406400" y="0"/>
            <a:ext cx="4737600" cy="6857248"/>
            <a:chOff x="4406400" y="0"/>
            <a:chExt cx="4737600" cy="5143065"/>
          </a:xfrm>
        </p:grpSpPr>
        <p:sp>
          <p:nvSpPr>
            <p:cNvPr id="21" name="Google Shape;21;g3e825dca385_2_1070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e825dca385_2_1070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e825dca385_2_1070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e825dca385_2_1070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e825dca385_2_1070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g3e825dca385_2_1070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e825dca385_2_1070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e825dca385_2_1070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e825dca385_2_1070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g3e825dca385_2_1070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e825dca385_2_1070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e825dca385_2_1070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e825dca385_2_1070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3e825dca385_2_1070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e825dca385_2_1070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e825dca385_2_1070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e825dca385_2_1070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e825dca385_2_1070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g3e825dca385_2_1070"/>
          <p:cNvSpPr txBox="1"/>
          <p:nvPr>
            <p:ph type="title"/>
          </p:nvPr>
        </p:nvSpPr>
        <p:spPr>
          <a:xfrm>
            <a:off x="823850" y="2737333"/>
            <a:ext cx="4587000" cy="15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g3e825dca385_2_107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g3e825dca385_2_1092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43" name="Google Shape;43;g3e825dca385_2_109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e825dca385_2_109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e825dca385_2_1092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g3e825dca385_2_1092"/>
          <p:cNvSpPr txBox="1"/>
          <p:nvPr>
            <p:ph idx="1" type="body"/>
          </p:nvPr>
        </p:nvSpPr>
        <p:spPr>
          <a:xfrm>
            <a:off x="1297500" y="2090067"/>
            <a:ext cx="70389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g3e825dca385_2_109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g3e825dca385_2_1099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50" name="Google Shape;50;g3e825dca385_2_109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e825dca385_2_109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e825dca385_2_1099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g3e825dca385_2_1099"/>
          <p:cNvSpPr txBox="1"/>
          <p:nvPr>
            <p:ph idx="1" type="body"/>
          </p:nvPr>
        </p:nvSpPr>
        <p:spPr>
          <a:xfrm>
            <a:off x="1297500" y="2090067"/>
            <a:ext cx="34032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g3e825dca385_2_1099"/>
          <p:cNvSpPr txBox="1"/>
          <p:nvPr>
            <p:ph idx="2" type="body"/>
          </p:nvPr>
        </p:nvSpPr>
        <p:spPr>
          <a:xfrm>
            <a:off x="4933221" y="2090067"/>
            <a:ext cx="34032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g3e825dca385_2_109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e825dca385_2_1107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58" name="Google Shape;58;g3e825dca385_2_110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g3e825dca385_2_110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g3e825dca385_2_1107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g3e825dca385_2_110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g3e825dca385_2_1113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64" name="Google Shape;64;g3e825dca385_2_111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e825dca385_2_111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e825dca385_2_1113"/>
          <p:cNvSpPr txBox="1"/>
          <p:nvPr>
            <p:ph type="title"/>
          </p:nvPr>
        </p:nvSpPr>
        <p:spPr>
          <a:xfrm>
            <a:off x="1297500" y="525000"/>
            <a:ext cx="3798900" cy="19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g3e825dca385_2_1113"/>
          <p:cNvSpPr txBox="1"/>
          <p:nvPr>
            <p:ph idx="1" type="body"/>
          </p:nvPr>
        </p:nvSpPr>
        <p:spPr>
          <a:xfrm>
            <a:off x="1297500" y="2630067"/>
            <a:ext cx="3798900" cy="32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g3e825dca385_2_11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e825dca385_2_1120"/>
          <p:cNvGrpSpPr/>
          <p:nvPr/>
        </p:nvGrpSpPr>
        <p:grpSpPr>
          <a:xfrm>
            <a:off x="4406400" y="0"/>
            <a:ext cx="4737600" cy="6857829"/>
            <a:chOff x="4406400" y="0"/>
            <a:chExt cx="4737600" cy="5143500"/>
          </a:xfrm>
        </p:grpSpPr>
        <p:sp>
          <p:nvSpPr>
            <p:cNvPr id="71" name="Google Shape;71;g3e825dca385_2_1120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e825dca385_2_1120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e825dca385_2_1120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e825dca385_2_1120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e825dca385_2_1120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e825dca385_2_1120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g3e825dca385_2_1120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g3e825dca385_2_1120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g3e825dca385_2_1120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e825dca385_2_112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g3e825dca385_2_1120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e825dca385_2_1120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e825dca385_2_1120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g3e825dca385_2_1120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g3e825dca385_2_1120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g3e825dca385_2_1120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e825dca385_2_1120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e825dca385_2_1120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g3e825dca385_2_1120"/>
          <p:cNvSpPr txBox="1"/>
          <p:nvPr>
            <p:ph type="title"/>
          </p:nvPr>
        </p:nvSpPr>
        <p:spPr>
          <a:xfrm>
            <a:off x="823850" y="1155700"/>
            <a:ext cx="4587000" cy="46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g3e825dca385_2_11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e825dca385_2_1142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93" name="Google Shape;93;g3e825dca385_2_114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g3e825dca385_2_114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g3e825dca385_2_1142"/>
          <p:cNvSpPr txBox="1"/>
          <p:nvPr>
            <p:ph type="title"/>
          </p:nvPr>
        </p:nvSpPr>
        <p:spPr>
          <a:xfrm>
            <a:off x="1297500" y="2211100"/>
            <a:ext cx="3036300" cy="23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g3e825dca385_2_1142"/>
          <p:cNvSpPr txBox="1"/>
          <p:nvPr>
            <p:ph idx="1" type="subTitle"/>
          </p:nvPr>
        </p:nvSpPr>
        <p:spPr>
          <a:xfrm>
            <a:off x="1297500" y="4717333"/>
            <a:ext cx="30363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g3e825dca385_2_1142"/>
          <p:cNvSpPr txBox="1"/>
          <p:nvPr>
            <p:ph idx="2" type="body"/>
          </p:nvPr>
        </p:nvSpPr>
        <p:spPr>
          <a:xfrm>
            <a:off x="4648200" y="2262133"/>
            <a:ext cx="3676800" cy="31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g3e825dca385_2_11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e825dca385_2_1150"/>
          <p:cNvGrpSpPr/>
          <p:nvPr/>
        </p:nvGrpSpPr>
        <p:grpSpPr>
          <a:xfrm>
            <a:off x="0" y="5504636"/>
            <a:ext cx="698925" cy="912853"/>
            <a:chOff x="0" y="3785672"/>
            <a:chExt cx="698925" cy="684657"/>
          </a:xfrm>
        </p:grpSpPr>
        <p:sp>
          <p:nvSpPr>
            <p:cNvPr id="101" name="Google Shape;101;g3e825dca385_2_115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e825dca385_2_115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g3e825dca385_2_1150"/>
          <p:cNvSpPr txBox="1"/>
          <p:nvPr>
            <p:ph idx="1" type="body"/>
          </p:nvPr>
        </p:nvSpPr>
        <p:spPr>
          <a:xfrm>
            <a:off x="812725" y="5740500"/>
            <a:ext cx="69360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g3e825dca385_2_115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e825dca385_2_1156"/>
          <p:cNvGrpSpPr/>
          <p:nvPr/>
        </p:nvGrpSpPr>
        <p:grpSpPr>
          <a:xfrm>
            <a:off x="4406400" y="0"/>
            <a:ext cx="4737600" cy="6857248"/>
            <a:chOff x="4406400" y="0"/>
            <a:chExt cx="4737600" cy="5143065"/>
          </a:xfrm>
        </p:grpSpPr>
        <p:sp>
          <p:nvSpPr>
            <p:cNvPr id="107" name="Google Shape;107;g3e825dca385_2_1156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e825dca385_2_1156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g3e825dca385_2_1156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g3e825dca385_2_1156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g3e825dca385_2_1156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e825dca385_2_1156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e825dca385_2_1156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e825dca385_2_1156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e825dca385_2_1156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g3e825dca385_2_1156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e825dca385_2_1156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e825dca385_2_1156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e825dca385_2_1156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g3e825dca385_2_1156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e825dca385_2_1156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g3e825dca385_2_1156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3e825dca385_2_1156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g3e825dca385_2_1156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g3e825dca385_2_1156"/>
          <p:cNvSpPr txBox="1"/>
          <p:nvPr>
            <p:ph hasCustomPrompt="1" type="title"/>
          </p:nvPr>
        </p:nvSpPr>
        <p:spPr>
          <a:xfrm>
            <a:off x="823850" y="1712900"/>
            <a:ext cx="47760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g3e825dca385_2_1156"/>
          <p:cNvSpPr txBox="1"/>
          <p:nvPr>
            <p:ph idx="1" type="body"/>
          </p:nvPr>
        </p:nvSpPr>
        <p:spPr>
          <a:xfrm>
            <a:off x="823850" y="3524166"/>
            <a:ext cx="4776000" cy="16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g3e825dca385_2_11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825dca385_2_117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825dca385_2_11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g3e825dca385_2_118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33" name="Google Shape;133;g3e825dca385_2_118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e825dca385_2_118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e825dca385_2_118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e825dca385_2_105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3e825dca385_2_105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e825dca385_2_10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/>
          <p:nvPr>
            <p:ph type="ctrTitle"/>
          </p:nvPr>
        </p:nvSpPr>
        <p:spPr>
          <a:xfrm>
            <a:off x="685800" y="27065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                  </a:t>
            </a:r>
            <a:r>
              <a:rPr b="1" lang="en-US" sz="4400"/>
              <a:t>Zeldiablo</a:t>
            </a:r>
            <a:endParaRPr b="1" sz="4400"/>
          </a:p>
        </p:txBody>
      </p:sp>
      <p:sp>
        <p:nvSpPr>
          <p:cNvPr id="141" name="Google Shape;141;p1"/>
          <p:cNvSpPr txBox="1"/>
          <p:nvPr>
            <p:ph idx="1" type="subTitle"/>
          </p:nvPr>
        </p:nvSpPr>
        <p:spPr>
          <a:xfrm>
            <a:off x="0" y="1740650"/>
            <a:ext cx="9144000" cy="51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b="1" lang="en-US" sz="2800"/>
              <a:t>                                                      Sommaire</a:t>
            </a:r>
            <a:endParaRPr b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 sz="2800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1 - Fonctionnalités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2 - Diagramme de classe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3 - Diagramme de Sequence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4 - Fierté de Clement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5 - Fierté de Paul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6 - Fierté de Lilian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7 - Apercut + démonstration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8 - Conclusion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b="1" lang="en-US" sz="2800"/>
              <a:t> </a:t>
            </a:r>
            <a:endParaRPr b="1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</a:t>
            </a:r>
            <a:r>
              <a:rPr b="1" lang="en-US" sz="4400"/>
              <a:t>Fonctionnalités</a:t>
            </a:r>
            <a:endParaRPr b="1" sz="4400"/>
          </a:p>
        </p:txBody>
      </p:sp>
      <p:sp>
        <p:nvSpPr>
          <p:cNvPr id="147" name="Google Shape;147;p2"/>
          <p:cNvSpPr txBox="1"/>
          <p:nvPr>
            <p:ph idx="1" type="body"/>
          </p:nvPr>
        </p:nvSpPr>
        <p:spPr>
          <a:xfrm>
            <a:off x="0" y="1247625"/>
            <a:ext cx="9144000" cy="56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6000"/>
              <a:t>    </a:t>
            </a:r>
            <a:r>
              <a:rPr lang="en-US" sz="6000"/>
              <a:t>itération 2 : 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6000"/>
              <a:t>- fonctionnalité 1 : création du labyrinthe + ajout de mur en dur 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6000"/>
              <a:t>  - responsables : [SZELEST Lilian , MARIN Clement]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6000"/>
              <a:t>  - etat : terminé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6000"/>
              <a:t>- fonctionnalité 2 : Collision avec les Murs (1.2) (terminer)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6000"/>
              <a:t>  - responsables : [MARIN Clément et SZELEST Lilian]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6000"/>
              <a:t>  - etat : terminé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6000"/>
              <a:t>   itération 3 :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6000"/>
              <a:t>- fonctionnalité 3 : ajout de monstre sur la map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6000"/>
              <a:t>  - responsables : [SZELEST Lilian , MARIN Clement]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6000"/>
              <a:t>  - état : terminé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6000"/>
              <a:t>- fonctionnalité 4 : fin de jeu 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6000"/>
              <a:t>  - responsables : [SZELEST Lilian , MARIN Clement , RAVONJISON Paul]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6000"/>
              <a:t>  - état : terminé</a:t>
            </a:r>
            <a:endParaRPr sz="60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40"/>
              <a:buFont typeface="Arial"/>
              <a:buNone/>
            </a:pPr>
            <a:r>
              <a:t/>
            </a:r>
            <a:endParaRPr sz="1999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3056"/>
              <a:buFont typeface="Arial"/>
              <a:buNone/>
            </a:pPr>
            <a:r>
              <a:t/>
            </a:r>
            <a:endParaRPr sz="2555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Diagramme de classe</a:t>
            </a:r>
            <a:endParaRPr b="1"/>
          </a:p>
        </p:txBody>
      </p:sp>
      <p:pic>
        <p:nvPicPr>
          <p:cNvPr id="153" name="Google Shape;15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" y="1633550"/>
            <a:ext cx="9144001" cy="528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825dca385_0_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Diagramme de Sequence</a:t>
            </a:r>
            <a:endParaRPr b="1"/>
          </a:p>
        </p:txBody>
      </p:sp>
      <p:pic>
        <p:nvPicPr>
          <p:cNvPr id="159" name="Google Shape;159;g3e825dca385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70050"/>
            <a:ext cx="9144000" cy="528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Fierté de Clément</a:t>
            </a:r>
            <a:endParaRPr b="1"/>
          </a:p>
        </p:txBody>
      </p:sp>
      <p:pic>
        <p:nvPicPr>
          <p:cNvPr id="165" name="Google Shape;16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31678"/>
            <a:ext cx="3743256" cy="562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6750" y="1231675"/>
            <a:ext cx="4867249" cy="3636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4984475"/>
            <a:ext cx="2985197" cy="17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Fierté de Paul</a:t>
            </a:r>
            <a:endParaRPr b="1"/>
          </a:p>
        </p:txBody>
      </p:sp>
      <p:pic>
        <p:nvPicPr>
          <p:cNvPr id="173" name="Google Shape;173;p6" title="Capture d’écran 2026-06-03 à 22.06.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412" y="1255475"/>
            <a:ext cx="6371183" cy="560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Fierté de Lilian</a:t>
            </a:r>
            <a:endParaRPr b="1"/>
          </a:p>
        </p:txBody>
      </p:sp>
      <p:pic>
        <p:nvPicPr>
          <p:cNvPr id="179" name="Google Shape;179;p7" title="Capture d’écran 2026-06-03 à 22.02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2675"/>
            <a:ext cx="4714876" cy="427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" y="5836748"/>
            <a:ext cx="5162224" cy="9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4875" y="4232949"/>
            <a:ext cx="3685300" cy="2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5997" y="1417649"/>
            <a:ext cx="2988996" cy="281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/>
              <a:t>Aperçu</a:t>
            </a:r>
            <a:endParaRPr b="1" sz="4400"/>
          </a:p>
        </p:txBody>
      </p:sp>
      <p:pic>
        <p:nvPicPr>
          <p:cNvPr id="188" name="Google Shape;188;p8" title="Capture d’écran 2026-06-03 à 22.04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2863" y="1566275"/>
            <a:ext cx="4758275" cy="529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825dca385_2_10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/>
              <a:t>Conclusion</a:t>
            </a:r>
            <a:endParaRPr b="1" sz="4400"/>
          </a:p>
        </p:txBody>
      </p:sp>
      <p:sp>
        <p:nvSpPr>
          <p:cNvPr id="194" name="Google Shape;194;g3e825dca385_2_105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200"/>
              <a:t>Projet réalisé en équipe en appliquant les principes de la programmation orientée objet.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Développement d'un jeu de labyrinthe fonctionnel avec déplacements, collisions et intelligence simple du monstre.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Mise en pratique de Java, UML, Git et des tests unitaires.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Travail enrichissant qui nous a permis d'améliorer nos compétences techniques et notre travail en groupe.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Plusieurs améliorations restent possibles : nouveaux niveaux, objets, ennemis supplémentaires et système de score.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Difficultés rencontrés : diagramme de classe et de séquence ainsi que certaine méthode ou il a fallut beaucoup de reflexion.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